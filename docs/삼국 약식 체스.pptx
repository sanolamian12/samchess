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  <p:sldId id="276" r:id="rId21"/>
    <p:sldId id="278" r:id="rId22"/>
    <p:sldId id="279" r:id="rId23"/>
    <p:sldId id="281" r:id="rId24"/>
    <p:sldId id="282" r:id="rId25"/>
    <p:sldId id="283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8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751262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</a:rPr>
                        <a:t>4</a:t>
                      </a:r>
                      <a:r>
                        <a:rPr lang="ko-KR" sz="1400" u="none" strike="noStrike" dirty="0">
                          <a:effectLst/>
                        </a:rPr>
                        <a:t>방향 1칸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통솔력</a:t>
            </a:r>
            <a:r>
              <a:rPr lang="en-US" altLang="ko-KR" dirty="0">
                <a:sym typeface="Wingdings" panose="05000000000000000000" pitchFamily="2" charset="2"/>
              </a:rPr>
              <a:t>: Waiting time </a:t>
            </a:r>
            <a:r>
              <a:rPr lang="ko-KR" altLang="en-US" dirty="0">
                <a:sym typeface="Wingdings" panose="05000000000000000000" pitchFamily="2" charset="2"/>
              </a:rPr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Waiting time = 190 - </a:t>
            </a:r>
            <a:r>
              <a:rPr lang="ko-KR" altLang="en-US" dirty="0">
                <a:sym typeface="Wingdings" panose="05000000000000000000" pitchFamily="2" charset="2"/>
              </a:rPr>
              <a:t>통솔력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A9B8-E696-A43B-A5EC-D137F681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CFFFB-484D-BABE-8516-C4E0327C0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260804-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9648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EA57-C825-E996-D47D-2E7702449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DF3F9C-913D-2B3E-6B46-D2A7BB5929CC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9AEBD-B085-1318-D80E-88229F9FA6A8}"/>
              </a:ext>
            </a:extLst>
          </p:cNvPr>
          <p:cNvSpPr txBox="1"/>
          <p:nvPr/>
        </p:nvSpPr>
        <p:spPr>
          <a:xfrm>
            <a:off x="404039" y="341501"/>
            <a:ext cx="324267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게임 시작 직후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상대방 차례</a:t>
            </a:r>
            <a:r>
              <a:rPr lang="en-US" altLang="ko-KR" dirty="0"/>
              <a:t>: </a:t>
            </a:r>
            <a:r>
              <a:rPr lang="ko-KR" altLang="en-US" dirty="0"/>
              <a:t>기다림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시간이 흐름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</a:t>
            </a:r>
            <a:r>
              <a:rPr lang="ko-KR" altLang="en-US" dirty="0"/>
              <a:t>내 차례</a:t>
            </a:r>
            <a:r>
              <a:rPr lang="en-US" altLang="ko-KR" dirty="0"/>
              <a:t>: </a:t>
            </a:r>
            <a:r>
              <a:rPr lang="ko-KR" altLang="en-US" dirty="0"/>
              <a:t>포커스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고유 스킬 발동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고유 스킬 발동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 </a:t>
            </a:r>
            <a:r>
              <a:rPr lang="ko-KR" altLang="en-US" dirty="0"/>
              <a:t>명령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8 </a:t>
            </a:r>
            <a:r>
              <a:rPr lang="ko-KR" altLang="en-US" dirty="0"/>
              <a:t>명령 공격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9 </a:t>
            </a:r>
            <a:r>
              <a:rPr lang="ko-KR" altLang="en-US" dirty="0"/>
              <a:t>명령 책략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 </a:t>
            </a:r>
            <a:r>
              <a:rPr lang="ko-KR" altLang="en-US" dirty="0"/>
              <a:t>명령 명상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/>
              <a:t>아군</a:t>
            </a:r>
            <a:r>
              <a:rPr lang="en-US" altLang="ko-KR" dirty="0"/>
              <a:t>/</a:t>
            </a:r>
            <a:r>
              <a:rPr lang="ko-KR" altLang="en-US" dirty="0"/>
              <a:t>적군 기물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 err="1"/>
              <a:t>턴종료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B7C0807-4BDE-02CE-0CFE-CC283C6D7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885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F51AE6-FEB0-8CBC-E06B-1DCB631E8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767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81E9B37-20D4-99A4-C682-A7AECCFBAF57}"/>
              </a:ext>
            </a:extLst>
          </p:cNvPr>
          <p:cNvSpPr/>
          <p:nvPr/>
        </p:nvSpPr>
        <p:spPr>
          <a:xfrm>
            <a:off x="5848712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470B712-61BE-AD74-CBCB-049B27171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4869453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ECCDD55-1874-A3D3-FDD0-813385BFF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542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2F0DB4D3-546D-61CE-AF7D-AEB9D5FBAD06}"/>
              </a:ext>
            </a:extLst>
          </p:cNvPr>
          <p:cNvGrpSpPr/>
          <p:nvPr/>
        </p:nvGrpSpPr>
        <p:grpSpPr>
          <a:xfrm>
            <a:off x="3963367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A855229E-2278-11D7-4395-D9567722FBAF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579F9B26-2A87-383E-3E9F-77AE48B6628A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0E670163-9949-C8D1-D1A8-156D0241FDA2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F0404DDA-DD36-4395-49DA-A633A8A71287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256B7B8-B701-1FAE-1789-3411F25F4904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FF0E8D5C-5C85-F0A3-D2C8-B2084E0A2000}"/>
              </a:ext>
            </a:extLst>
          </p:cNvPr>
          <p:cNvSpPr/>
          <p:nvPr/>
        </p:nvSpPr>
        <p:spPr>
          <a:xfrm>
            <a:off x="4057858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1A3D8482-0F4F-BA0D-ED45-AE3DBB29C139}"/>
              </a:ext>
            </a:extLst>
          </p:cNvPr>
          <p:cNvSpPr/>
          <p:nvPr/>
        </p:nvSpPr>
        <p:spPr>
          <a:xfrm>
            <a:off x="4057858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3BB0E155-39CA-A38D-93C7-34F61277FB84}"/>
              </a:ext>
            </a:extLst>
          </p:cNvPr>
          <p:cNvSpPr/>
          <p:nvPr/>
        </p:nvSpPr>
        <p:spPr>
          <a:xfrm>
            <a:off x="4138064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33" name="말풍선: 사각형 32">
            <a:extLst>
              <a:ext uri="{FF2B5EF4-FFF2-40B4-BE49-F238E27FC236}">
                <a16:creationId xmlns:a16="http://schemas.microsoft.com/office/drawing/2014/main" id="{D9D44B71-113D-ADBA-5959-0676F4358358}"/>
              </a:ext>
            </a:extLst>
          </p:cNvPr>
          <p:cNvSpPr/>
          <p:nvPr/>
        </p:nvSpPr>
        <p:spPr>
          <a:xfrm>
            <a:off x="7556178" y="156766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공격했다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5" name="말풍선: 사각형 34">
            <a:extLst>
              <a:ext uri="{FF2B5EF4-FFF2-40B4-BE49-F238E27FC236}">
                <a16:creationId xmlns:a16="http://schemas.microsoft.com/office/drawing/2014/main" id="{DF142A1A-E508-CF53-4B54-61886830BBB4}"/>
              </a:ext>
            </a:extLst>
          </p:cNvPr>
          <p:cNvSpPr/>
          <p:nvPr/>
        </p:nvSpPr>
        <p:spPr>
          <a:xfrm>
            <a:off x="7556178" y="195303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 했다</a:t>
            </a:r>
            <a:r>
              <a:rPr lang="en-US" altLang="ko-KR" sz="1200" dirty="0"/>
              <a:t>. (A3</a:t>
            </a:r>
            <a:r>
              <a:rPr lang="en-US" altLang="ko-KR" sz="1200" dirty="0">
                <a:sym typeface="Wingdings" panose="05000000000000000000" pitchFamily="2" charset="2"/>
              </a:rPr>
              <a:t> E3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6FE2C3-938A-9365-B031-B980AAD844EB}"/>
              </a:ext>
            </a:extLst>
          </p:cNvPr>
          <p:cNvSpPr txBox="1"/>
          <p:nvPr/>
        </p:nvSpPr>
        <p:spPr>
          <a:xfrm>
            <a:off x="7371120" y="998413"/>
            <a:ext cx="2981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시스템 </a:t>
            </a:r>
            <a:r>
              <a:rPr lang="ko-KR" altLang="en-US" sz="1800" dirty="0" err="1"/>
              <a:t>대화창</a:t>
            </a:r>
            <a:r>
              <a:rPr lang="ko-KR" altLang="en-US" sz="1800" dirty="0"/>
              <a:t> 대화 예시</a:t>
            </a:r>
            <a:endParaRPr lang="ko-KR" altLang="en-US" dirty="0"/>
          </a:p>
        </p:txBody>
      </p:sp>
      <p:sp>
        <p:nvSpPr>
          <p:cNvPr id="39" name="말풍선: 사각형 38">
            <a:extLst>
              <a:ext uri="{FF2B5EF4-FFF2-40B4-BE49-F238E27FC236}">
                <a16:creationId xmlns:a16="http://schemas.microsoft.com/office/drawing/2014/main" id="{9FA4EE28-466A-5F1F-3F2F-4A3EE6E395EB}"/>
              </a:ext>
            </a:extLst>
          </p:cNvPr>
          <p:cNvSpPr/>
          <p:nvPr/>
        </p:nvSpPr>
        <p:spPr>
          <a:xfrm>
            <a:off x="7556178" y="233840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명상 했다</a:t>
            </a:r>
            <a:r>
              <a:rPr lang="en-US" altLang="ko-KR" sz="1200" dirty="0"/>
              <a:t>. (MP+2)</a:t>
            </a:r>
            <a:endParaRPr lang="ko-KR" altLang="en-US" sz="1200" dirty="0"/>
          </a:p>
        </p:txBody>
      </p:sp>
      <p:sp>
        <p:nvSpPr>
          <p:cNvPr id="41" name="말풍선: 사각형 40">
            <a:extLst>
              <a:ext uri="{FF2B5EF4-FFF2-40B4-BE49-F238E27FC236}">
                <a16:creationId xmlns:a16="http://schemas.microsoft.com/office/drawing/2014/main" id="{5B907CD7-CC2D-B0B2-A798-A406D49D2F39}"/>
              </a:ext>
            </a:extLst>
          </p:cNvPr>
          <p:cNvSpPr/>
          <p:nvPr/>
        </p:nvSpPr>
        <p:spPr>
          <a:xfrm>
            <a:off x="7556178" y="2740277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43" name="말풍선: 사각형 42">
            <a:extLst>
              <a:ext uri="{FF2B5EF4-FFF2-40B4-BE49-F238E27FC236}">
                <a16:creationId xmlns:a16="http://schemas.microsoft.com/office/drawing/2014/main" id="{97BC7B79-2BA9-F5FD-98DA-3B68833E315C}"/>
              </a:ext>
            </a:extLst>
          </p:cNvPr>
          <p:cNvSpPr/>
          <p:nvPr/>
        </p:nvSpPr>
        <p:spPr>
          <a:xfrm>
            <a:off x="7752121" y="298146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간뇌도지 효과에 대한 설명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45" name="말풍선: 사각형 44">
            <a:extLst>
              <a:ext uri="{FF2B5EF4-FFF2-40B4-BE49-F238E27FC236}">
                <a16:creationId xmlns:a16="http://schemas.microsoft.com/office/drawing/2014/main" id="{86E61707-43BA-D838-2817-04BE5027426D}"/>
              </a:ext>
            </a:extLst>
          </p:cNvPr>
          <p:cNvSpPr/>
          <p:nvPr/>
        </p:nvSpPr>
        <p:spPr>
          <a:xfrm>
            <a:off x="7556178" y="3544021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퇴각했다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49" name="말풍선: 사각형 48">
            <a:extLst>
              <a:ext uri="{FF2B5EF4-FFF2-40B4-BE49-F238E27FC236}">
                <a16:creationId xmlns:a16="http://schemas.microsoft.com/office/drawing/2014/main" id="{25C00B79-E27E-5020-B2A2-05BD9649AC87}"/>
              </a:ext>
            </a:extLst>
          </p:cNvPr>
          <p:cNvSpPr/>
          <p:nvPr/>
        </p:nvSpPr>
        <p:spPr>
          <a:xfrm>
            <a:off x="7556178" y="41065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공포</a:t>
            </a:r>
            <a:r>
              <a:rPr lang="en-US" altLang="ko-KR" sz="1200" dirty="0"/>
              <a:t>‘ </a:t>
            </a:r>
            <a:r>
              <a:rPr lang="ko-KR" altLang="en-US" sz="1200" dirty="0"/>
              <a:t>를 시전했다</a:t>
            </a:r>
            <a:r>
              <a:rPr lang="en-US" altLang="ko-KR" sz="1200" dirty="0"/>
              <a:t>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1" name="말풍선: 사각형 50">
            <a:extLst>
              <a:ext uri="{FF2B5EF4-FFF2-40B4-BE49-F238E27FC236}">
                <a16:creationId xmlns:a16="http://schemas.microsoft.com/office/drawing/2014/main" id="{D8F13769-A3A7-B186-5483-9D2AF12C4043}"/>
              </a:ext>
            </a:extLst>
          </p:cNvPr>
          <p:cNvSpPr/>
          <p:nvPr/>
        </p:nvSpPr>
        <p:spPr>
          <a:xfrm>
            <a:off x="7909787" y="43952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성공했다</a:t>
            </a:r>
            <a:r>
              <a:rPr lang="en-US" altLang="ko-KR" sz="1200" dirty="0"/>
              <a:t>!</a:t>
            </a:r>
            <a:r>
              <a:rPr lang="ko-KR" altLang="en-US" sz="1200" dirty="0"/>
              <a:t> </a:t>
            </a:r>
            <a:r>
              <a:rPr lang="en-US" altLang="ko-KR" sz="1200" dirty="0"/>
              <a:t>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 AT</a:t>
            </a:r>
            <a:r>
              <a:rPr lang="ko-KR" altLang="en-US" sz="1200" dirty="0"/>
              <a:t> 절반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3" name="말풍선: 사각형 52">
            <a:extLst>
              <a:ext uri="{FF2B5EF4-FFF2-40B4-BE49-F238E27FC236}">
                <a16:creationId xmlns:a16="http://schemas.microsoft.com/office/drawing/2014/main" id="{4E9F739A-8AB8-F275-7955-CEC93F8CE36B}"/>
              </a:ext>
            </a:extLst>
          </p:cNvPr>
          <p:cNvSpPr/>
          <p:nvPr/>
        </p:nvSpPr>
        <p:spPr>
          <a:xfrm>
            <a:off x="7909787" y="47558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실패했다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7098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9149-7BD7-30C1-FE62-D6C454F91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59BC350-8C8D-508B-53F3-2A7AD7C8F2E6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92BBC0-89C3-9EC3-82BA-F0B3FFAED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AAD2199-DC81-B44D-1991-A9E1BA14E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FCE1608-399B-59E0-7116-0B8A987E00B0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BEB9718-ADCD-297C-E28D-07AA864557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4A9EFA8-4268-6A59-0DEC-8264010AE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15E95600-C030-18D9-33E7-D450FA60C0EA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7A89AB9E-FE0F-5C1E-6C9D-B97086BB4817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15F17DE6-A901-95C0-D821-C66393F9D6D0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EA1D1C4B-9D2D-7381-87F6-417B5AB21EEC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88562828-DFCE-3B9F-EC64-D9EDEC0085DA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91F091C-DB4C-FF2A-1B9E-3EBD00CBDE3B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CF81F5C9-50A9-5060-F770-96E2A3BB4FE0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8B453056-4D6A-5BB5-872E-9104FB7F99DC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E68257D4-DB44-DDAC-95DA-825B6279325A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A51F27B-264F-54AF-1A05-039E16882D93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A9A8A-472B-D94F-A5D5-3542D8CF8921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4 </a:t>
            </a:r>
            <a:r>
              <a:rPr lang="ko-KR" altLang="en-US" b="1" dirty="0"/>
              <a:t>내 차례</a:t>
            </a:r>
            <a:r>
              <a:rPr lang="en-US" altLang="ko-KR" b="1" dirty="0"/>
              <a:t>: </a:t>
            </a:r>
            <a:r>
              <a:rPr lang="ko-KR" altLang="en-US" b="1" dirty="0"/>
              <a:t>포커스 됨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803039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BEC-C5A9-0352-A75E-8EB83EC7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B0132BE-9CC7-1549-4048-3CC848E3AF07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B01D27-C47A-CCE4-5CDF-4316B399B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DBED00-A46F-3B03-ADEA-35A81444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701EA89D-9079-73A1-2FFC-A034D0B7BCF5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332B51-3717-4A08-71CB-30E43A1EB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036FA7-3AB9-D370-72C6-00200B92C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04B4F912-4EEF-B50E-D541-89E571BB5423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4BBFC7D9-350D-263E-CD78-5AF68E8AB2EA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91791766-4B34-186F-F788-E3FDD0F6504B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193ECEE1-220A-EC05-64AB-050A111C8176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AB1BDAA7-7351-D5B5-4A5B-8B21A57B57D0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728A0FF1-5E17-4D53-75B8-6722A3CC81A3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32E43CE4-2CC3-EDFB-0BFF-BB4572B9F7CF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F311CA1B-4E9B-0A88-69E1-57B16B54A18B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FC316F0C-6E2F-6439-9FDE-827395E5CB26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A50CB2C-8A1C-C042-7581-5F520FEEE837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1E91C-8B31-F90A-016F-B39762D83C3B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5 </a:t>
            </a:r>
            <a:r>
              <a:rPr lang="ko-KR" altLang="en-US" b="1" dirty="0"/>
              <a:t>고유 스킬 발동 체크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2251867-1A73-9925-86F5-910A6EA6C896}"/>
              </a:ext>
            </a:extLst>
          </p:cNvPr>
          <p:cNvSpPr/>
          <p:nvPr/>
        </p:nvSpPr>
        <p:spPr>
          <a:xfrm>
            <a:off x="4895438" y="2669230"/>
            <a:ext cx="2442526" cy="1766124"/>
          </a:xfrm>
          <a:prstGeom prst="roundRect">
            <a:avLst>
              <a:gd name="adj" fmla="val 852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600" b="1" dirty="0"/>
              <a:t>고유 스킬 제목</a:t>
            </a:r>
            <a:endParaRPr lang="en-US" altLang="ko-KR" sz="1600" b="1" dirty="0"/>
          </a:p>
          <a:p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r>
              <a:rPr lang="ko-KR" altLang="en-US" sz="1400" b="1" dirty="0" err="1"/>
              <a:t>발동하시겠습니까</a:t>
            </a:r>
            <a:r>
              <a:rPr lang="en-US" altLang="ko-KR" sz="1400" b="1" dirty="0"/>
              <a:t>?</a:t>
            </a:r>
          </a:p>
          <a:p>
            <a:pPr algn="ctr"/>
            <a:endParaRPr lang="en-US" altLang="ko-KR" sz="1400" b="1" dirty="0"/>
          </a:p>
          <a:p>
            <a:pPr algn="ctr"/>
            <a:endParaRPr lang="ko-KR" altLang="en-US" sz="1400" b="1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9C7AAB-15AE-90E6-456D-2B35269DEC8B}"/>
              </a:ext>
            </a:extLst>
          </p:cNvPr>
          <p:cNvSpPr/>
          <p:nvPr/>
        </p:nvSpPr>
        <p:spPr>
          <a:xfrm>
            <a:off x="4987070" y="3082941"/>
            <a:ext cx="2241397" cy="50928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 스킬에 대한 </a:t>
            </a:r>
            <a:r>
              <a:rPr lang="ko-KR" altLang="en-US" sz="1400" dirty="0" err="1"/>
              <a:t>설명칸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6D50F89-D508-1597-E8C2-60C952D88FD4}"/>
              </a:ext>
            </a:extLst>
          </p:cNvPr>
          <p:cNvSpPr/>
          <p:nvPr/>
        </p:nvSpPr>
        <p:spPr>
          <a:xfrm>
            <a:off x="6291114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예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F28A231-357A-86A6-E052-D4901C08A419}"/>
              </a:ext>
            </a:extLst>
          </p:cNvPr>
          <p:cNvSpPr/>
          <p:nvPr/>
        </p:nvSpPr>
        <p:spPr>
          <a:xfrm>
            <a:off x="5079402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/>
              <a:t>아니오</a:t>
            </a:r>
            <a:endParaRPr lang="ko-KR" altLang="en-US" sz="1400" b="1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103E6-B8B3-1A7F-4338-CF8F7594D0A3}"/>
              </a:ext>
            </a:extLst>
          </p:cNvPr>
          <p:cNvSpPr/>
          <p:nvPr/>
        </p:nvSpPr>
        <p:spPr>
          <a:xfrm>
            <a:off x="4676701" y="5937509"/>
            <a:ext cx="2856626" cy="304961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2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98606-B986-66EB-63C9-916EEBB2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3446C4-4B22-F370-4EDB-FF37D5CF636A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6 </a:t>
            </a:r>
            <a:r>
              <a:rPr lang="ko-KR" altLang="en-US" b="1" dirty="0"/>
              <a:t>고유 스킬 발동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4DCCD29-09FA-1AFE-4967-F5B747874264}"/>
              </a:ext>
            </a:extLst>
          </p:cNvPr>
          <p:cNvGrpSpPr/>
          <p:nvPr/>
        </p:nvGrpSpPr>
        <p:grpSpPr>
          <a:xfrm>
            <a:off x="3287268" y="549000"/>
            <a:ext cx="2890690" cy="5760000"/>
            <a:chOff x="3287268" y="549000"/>
            <a:chExt cx="2890690" cy="576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2664E8F-3727-3247-B860-17AC873C8C63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12211D7-AA0F-D3DD-C0AB-7549A3FB5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E3340D2-9563-774F-6E89-B65DE7295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5" name="순서도: 수행의 시작/종료 4">
              <a:extLst>
                <a:ext uri="{FF2B5EF4-FFF2-40B4-BE49-F238E27FC236}">
                  <a16:creationId xmlns:a16="http://schemas.microsoft.com/office/drawing/2014/main" id="{7F8ED0DB-8DE2-92CF-C0E4-AC6B9A3D1385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A147852-4ACE-B31F-DA26-58B760DD4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ABBF536-BFD7-F68F-9286-815D874D1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F1D3F900-9AB5-275D-6FE6-900B2D2D7AC7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15" name="순서도: 수행의 시작/종료 14">
                <a:extLst>
                  <a:ext uri="{FF2B5EF4-FFF2-40B4-BE49-F238E27FC236}">
                    <a16:creationId xmlns:a16="http://schemas.microsoft.com/office/drawing/2014/main" id="{2AB6343E-FE1D-AA0B-B9B2-BF13D8352F86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17" name="순서도: 수행의 시작/종료 16">
                <a:extLst>
                  <a:ext uri="{FF2B5EF4-FFF2-40B4-BE49-F238E27FC236}">
                    <a16:creationId xmlns:a16="http://schemas.microsoft.com/office/drawing/2014/main" id="{FBF68A22-29A0-B322-4720-58651351C3DE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19" name="순서도: 수행의 시작/종료 18">
                <a:extLst>
                  <a:ext uri="{FF2B5EF4-FFF2-40B4-BE49-F238E27FC236}">
                    <a16:creationId xmlns:a16="http://schemas.microsoft.com/office/drawing/2014/main" id="{F3CE6FC6-51FA-8E9E-5E76-9833AF69DB04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21" name="순서도: 수행의 시작/종료 20">
                <a:extLst>
                  <a:ext uri="{FF2B5EF4-FFF2-40B4-BE49-F238E27FC236}">
                    <a16:creationId xmlns:a16="http://schemas.microsoft.com/office/drawing/2014/main" id="{9A466F49-D630-F8A2-57EF-BBA5441BA50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23" name="순서도: 수행의 시작/종료 22">
                <a:extLst>
                  <a:ext uri="{FF2B5EF4-FFF2-40B4-BE49-F238E27FC236}">
                    <a16:creationId xmlns:a16="http://schemas.microsoft.com/office/drawing/2014/main" id="{7EA622BA-FC72-62A7-DB82-F6FEA7177161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27" name="말풍선: 사각형 26">
              <a:extLst>
                <a:ext uri="{FF2B5EF4-FFF2-40B4-BE49-F238E27FC236}">
                  <a16:creationId xmlns:a16="http://schemas.microsoft.com/office/drawing/2014/main" id="{76ACB973-F9D3-4FDE-6F72-02BFDCF41F53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말풍선: 사각형 28">
              <a:extLst>
                <a:ext uri="{FF2B5EF4-FFF2-40B4-BE49-F238E27FC236}">
                  <a16:creationId xmlns:a16="http://schemas.microsoft.com/office/drawing/2014/main" id="{D30BF73E-7728-6B3B-0CF1-DA0B42734CE3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말풍선: 사각형 30">
              <a:extLst>
                <a:ext uri="{FF2B5EF4-FFF2-40B4-BE49-F238E27FC236}">
                  <a16:creationId xmlns:a16="http://schemas.microsoft.com/office/drawing/2014/main" id="{46BCB92C-D1C5-725B-AAE8-C6901D076AA5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200" dirty="0"/>
                <a:t>조운이 </a:t>
              </a:r>
              <a:r>
                <a:rPr lang="en-US" altLang="ko-KR" sz="1200" dirty="0"/>
                <a:t>‘</a:t>
              </a:r>
              <a:r>
                <a:rPr lang="ko-KR" altLang="en-US" sz="1200" dirty="0"/>
                <a:t>고유기술</a:t>
              </a:r>
              <a:r>
                <a:rPr lang="en-US" altLang="ko-KR" sz="1200" dirty="0"/>
                <a:t>’ </a:t>
              </a:r>
              <a:r>
                <a:rPr lang="ko-KR" altLang="en-US" sz="1200" dirty="0"/>
                <a:t>을 발동했다</a:t>
              </a:r>
              <a:r>
                <a:rPr lang="en-US" altLang="ko-KR" sz="1200" dirty="0"/>
                <a:t>!</a:t>
              </a:r>
              <a:endParaRPr lang="ko-KR" altLang="en-US" sz="1200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E18342B-6105-B5F3-66C3-A202D5B0B814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550D73-6FEB-1FA3-FF32-9EBD04C8CE55}"/>
                </a:ext>
              </a:extLst>
            </p:cNvPr>
            <p:cNvSpPr/>
            <p:nvPr/>
          </p:nvSpPr>
          <p:spPr>
            <a:xfrm>
              <a:off x="3292613" y="1978215"/>
              <a:ext cx="2880000" cy="2891218"/>
            </a:xfrm>
            <a:prstGeom prst="rect">
              <a:avLst/>
            </a:prstGeom>
            <a:solidFill>
              <a:schemeClr val="dk1">
                <a:alpha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09A723A-6918-F564-F499-A0889195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7268" y="3134810"/>
              <a:ext cx="2880001" cy="578841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D21602D-5BB1-0799-E3C8-700A497E35B9}"/>
              </a:ext>
            </a:extLst>
          </p:cNvPr>
          <p:cNvGrpSpPr/>
          <p:nvPr/>
        </p:nvGrpSpPr>
        <p:grpSpPr>
          <a:xfrm>
            <a:off x="7477295" y="549000"/>
            <a:ext cx="2885345" cy="5760000"/>
            <a:chOff x="3292613" y="549000"/>
            <a:chExt cx="2885345" cy="57600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702BEC-9347-C22F-3FEA-F31A1ABA7F80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1550EC84-13A9-CA91-A9C5-55DE4E2DD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35EF1A29-F537-F8C0-663C-0563DA2A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30" name="순서도: 수행의 시작/종료 29">
              <a:extLst>
                <a:ext uri="{FF2B5EF4-FFF2-40B4-BE49-F238E27FC236}">
                  <a16:creationId xmlns:a16="http://schemas.microsoft.com/office/drawing/2014/main" id="{05033DDA-02CF-365C-847F-AE85108EC6AD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398FC0A-FD41-536E-F927-9A74373B3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54D30564-A855-CB1D-E069-C3F12331D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454493C-5E49-DE26-9A34-8848C2780EF8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41" name="순서도: 수행의 시작/종료 40">
                <a:extLst>
                  <a:ext uri="{FF2B5EF4-FFF2-40B4-BE49-F238E27FC236}">
                    <a16:creationId xmlns:a16="http://schemas.microsoft.com/office/drawing/2014/main" id="{83B00953-5514-A6DD-9F17-431CE0B0CF25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42" name="순서도: 수행의 시작/종료 41">
                <a:extLst>
                  <a:ext uri="{FF2B5EF4-FFF2-40B4-BE49-F238E27FC236}">
                    <a16:creationId xmlns:a16="http://schemas.microsoft.com/office/drawing/2014/main" id="{02F77AC8-4602-B6E2-C970-C32FA7CD8BF8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43" name="순서도: 수행의 시작/종료 42">
                <a:extLst>
                  <a:ext uri="{FF2B5EF4-FFF2-40B4-BE49-F238E27FC236}">
                    <a16:creationId xmlns:a16="http://schemas.microsoft.com/office/drawing/2014/main" id="{ABB6CB53-A968-C31F-0CDB-51E8130C5DDD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44" name="순서도: 수행의 시작/종료 43">
                <a:extLst>
                  <a:ext uri="{FF2B5EF4-FFF2-40B4-BE49-F238E27FC236}">
                    <a16:creationId xmlns:a16="http://schemas.microsoft.com/office/drawing/2014/main" id="{890BCFEE-B53F-66AD-7694-D1FA06F66A2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45" name="순서도: 수행의 시작/종료 44">
                <a:extLst>
                  <a:ext uri="{FF2B5EF4-FFF2-40B4-BE49-F238E27FC236}">
                    <a16:creationId xmlns:a16="http://schemas.microsoft.com/office/drawing/2014/main" id="{140763AB-8DC2-D4E5-1C2C-55C57029C325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35" name="말풍선: 사각형 34">
              <a:extLst>
                <a:ext uri="{FF2B5EF4-FFF2-40B4-BE49-F238E27FC236}">
                  <a16:creationId xmlns:a16="http://schemas.microsoft.com/office/drawing/2014/main" id="{7FD0FF5F-30A3-8491-0C51-6F0ACCE9F9BD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말풍선: 사각형 35">
              <a:extLst>
                <a:ext uri="{FF2B5EF4-FFF2-40B4-BE49-F238E27FC236}">
                  <a16:creationId xmlns:a16="http://schemas.microsoft.com/office/drawing/2014/main" id="{67514FEC-547A-7759-595B-77F6A2AA3537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말풍선: 사각형 36">
              <a:extLst>
                <a:ext uri="{FF2B5EF4-FFF2-40B4-BE49-F238E27FC236}">
                  <a16:creationId xmlns:a16="http://schemas.microsoft.com/office/drawing/2014/main" id="{092D88D2-6CC2-B0F3-1926-D000CBAE08BC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ko-KR" sz="1200" dirty="0"/>
                <a:t>(</a:t>
              </a:r>
              <a:r>
                <a:rPr lang="ko-KR" altLang="en-US" sz="1200" dirty="0"/>
                <a:t>간뇌도지 효과에 대한 설명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ECAD45A-DE8B-138C-8D52-D3FBB3DBC947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</p:grpSp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D90ED766-62C2-6B51-48B2-BF0CBD00E837}"/>
              </a:ext>
            </a:extLst>
          </p:cNvPr>
          <p:cNvSpPr/>
          <p:nvPr/>
        </p:nvSpPr>
        <p:spPr>
          <a:xfrm>
            <a:off x="6553200" y="3234404"/>
            <a:ext cx="729343" cy="4792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012D9C3-282F-5269-2C0A-FD2388EA88BC}"/>
              </a:ext>
            </a:extLst>
          </p:cNvPr>
          <p:cNvSpPr/>
          <p:nvPr/>
        </p:nvSpPr>
        <p:spPr>
          <a:xfrm>
            <a:off x="3303500" y="5937509"/>
            <a:ext cx="2863769" cy="288695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579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9CC5A-8D13-B325-1F8C-C457C36C3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524B174-9C88-9495-9715-A2A0D676DADD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11 </a:t>
            </a:r>
            <a:r>
              <a:rPr lang="ko-KR" altLang="en-US" b="1" dirty="0"/>
              <a:t>아군</a:t>
            </a:r>
            <a:r>
              <a:rPr lang="en-US" altLang="ko-KR" b="1" dirty="0"/>
              <a:t>/</a:t>
            </a:r>
            <a:r>
              <a:rPr lang="ko-KR" altLang="en-US" b="1" dirty="0"/>
              <a:t>적군 기물 체크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EE6DE7A-EF47-CE72-EB89-9AF9345AA305}"/>
              </a:ext>
            </a:extLst>
          </p:cNvPr>
          <p:cNvGrpSpPr/>
          <p:nvPr/>
        </p:nvGrpSpPr>
        <p:grpSpPr>
          <a:xfrm>
            <a:off x="4653327" y="549000"/>
            <a:ext cx="2885345" cy="5760000"/>
            <a:chOff x="4653327" y="549000"/>
            <a:chExt cx="2885345" cy="576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9FF1891-DE62-0DB6-21A9-4D87F6E8074F}"/>
                </a:ext>
              </a:extLst>
            </p:cNvPr>
            <p:cNvGrpSpPr/>
            <p:nvPr/>
          </p:nvGrpSpPr>
          <p:grpSpPr>
            <a:xfrm>
              <a:off x="4653327" y="549000"/>
              <a:ext cx="2885345" cy="5760000"/>
              <a:chOff x="3292613" y="549000"/>
              <a:chExt cx="2885345" cy="5760000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6793379C-A61A-0EAA-1625-64EAFE547BA2}"/>
                  </a:ext>
                </a:extLst>
              </p:cNvPr>
              <p:cNvSpPr/>
              <p:nvPr/>
            </p:nvSpPr>
            <p:spPr>
              <a:xfrm>
                <a:off x="3292613" y="549000"/>
                <a:ext cx="2880000" cy="57600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B49137B6-6B9F-73B9-F4D3-A1F4BC6620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2613" y="1953035"/>
                <a:ext cx="2885345" cy="2951930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359BC741-9C5F-81B4-BF61-28200D4D0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60495" y="615530"/>
                <a:ext cx="2746802" cy="690756"/>
              </a:xfrm>
              <a:prstGeom prst="rect">
                <a:avLst/>
              </a:prstGeom>
            </p:spPr>
          </p:pic>
          <p:sp>
            <p:nvSpPr>
              <p:cNvPr id="5" name="순서도: 수행의 시작/종료 4">
                <a:extLst>
                  <a:ext uri="{FF2B5EF4-FFF2-40B4-BE49-F238E27FC236}">
                    <a16:creationId xmlns:a16="http://schemas.microsoft.com/office/drawing/2014/main" id="{5C9F6BDB-A3C9-E41E-94CC-E02569FA398C}"/>
                  </a:ext>
                </a:extLst>
              </p:cNvPr>
              <p:cNvSpPr/>
              <p:nvPr/>
            </p:nvSpPr>
            <p:spPr>
              <a:xfrm>
                <a:off x="5236440" y="603431"/>
                <a:ext cx="859971" cy="264728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b="1" dirty="0"/>
                  <a:t>항복</a:t>
                </a:r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DCDE5A58-B8D4-1E0B-273A-ED33F3294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b="21463"/>
              <a:stretch>
                <a:fillRect/>
              </a:stretch>
            </p:blipFill>
            <p:spPr>
              <a:xfrm>
                <a:off x="4257181" y="4962581"/>
                <a:ext cx="1850116" cy="578247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98D2AF2-2F17-A78A-9EE6-832FA3422A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0270" y="4962581"/>
                <a:ext cx="800141" cy="819192"/>
              </a:xfrm>
              <a:prstGeom prst="rect">
                <a:avLst/>
              </a:prstGeom>
            </p:spPr>
          </p:pic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4A0D85B2-5EBF-B603-1357-178D8FDBCE5A}"/>
                  </a:ext>
                </a:extLst>
              </p:cNvPr>
              <p:cNvGrpSpPr/>
              <p:nvPr/>
            </p:nvGrpSpPr>
            <p:grpSpPr>
              <a:xfrm>
                <a:off x="3351095" y="5962689"/>
                <a:ext cx="2799745" cy="268895"/>
                <a:chOff x="4681825" y="5864715"/>
                <a:chExt cx="3043238" cy="249851"/>
              </a:xfrm>
            </p:grpSpPr>
            <p:sp>
              <p:nvSpPr>
                <p:cNvPr id="15" name="순서도: 수행의 시작/종료 14">
                  <a:extLst>
                    <a:ext uri="{FF2B5EF4-FFF2-40B4-BE49-F238E27FC236}">
                      <a16:creationId xmlns:a16="http://schemas.microsoft.com/office/drawing/2014/main" id="{B986416C-75DB-CDF6-F2FD-44C3C1E3F039}"/>
                    </a:ext>
                  </a:extLst>
                </p:cNvPr>
                <p:cNvSpPr/>
                <p:nvPr/>
              </p:nvSpPr>
              <p:spPr>
                <a:xfrm>
                  <a:off x="4681825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이동</a:t>
                  </a:r>
                </a:p>
              </p:txBody>
            </p:sp>
            <p:sp>
              <p:nvSpPr>
                <p:cNvPr id="17" name="순서도: 수행의 시작/종료 16">
                  <a:extLst>
                    <a:ext uri="{FF2B5EF4-FFF2-40B4-BE49-F238E27FC236}">
                      <a16:creationId xmlns:a16="http://schemas.microsoft.com/office/drawing/2014/main" id="{A10AB487-3ADC-2878-E7F7-1D1DA785A680}"/>
                    </a:ext>
                  </a:extLst>
                </p:cNvPr>
                <p:cNvSpPr/>
                <p:nvPr/>
              </p:nvSpPr>
              <p:spPr>
                <a:xfrm>
                  <a:off x="5298348" y="5869714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공격</a:t>
                  </a:r>
                </a:p>
              </p:txBody>
            </p:sp>
            <p:sp>
              <p:nvSpPr>
                <p:cNvPr id="19" name="순서도: 수행의 시작/종료 18">
                  <a:extLst>
                    <a:ext uri="{FF2B5EF4-FFF2-40B4-BE49-F238E27FC236}">
                      <a16:creationId xmlns:a16="http://schemas.microsoft.com/office/drawing/2014/main" id="{B9C8BE47-BC9C-6F76-628A-6DAE98E6DA38}"/>
                    </a:ext>
                  </a:extLst>
                </p:cNvPr>
                <p:cNvSpPr/>
                <p:nvPr/>
              </p:nvSpPr>
              <p:spPr>
                <a:xfrm>
                  <a:off x="5917706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책략</a:t>
                  </a:r>
                </a:p>
              </p:txBody>
            </p:sp>
            <p:sp>
              <p:nvSpPr>
                <p:cNvPr id="21" name="순서도: 수행의 시작/종료 20">
                  <a:extLst>
                    <a:ext uri="{FF2B5EF4-FFF2-40B4-BE49-F238E27FC236}">
                      <a16:creationId xmlns:a16="http://schemas.microsoft.com/office/drawing/2014/main" id="{7279EFD6-A289-F939-2BCC-EB4151CBFA3F}"/>
                    </a:ext>
                  </a:extLst>
                </p:cNvPr>
                <p:cNvSpPr/>
                <p:nvPr/>
              </p:nvSpPr>
              <p:spPr>
                <a:xfrm>
                  <a:off x="6539899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명상</a:t>
                  </a:r>
                </a:p>
              </p:txBody>
            </p:sp>
            <p:sp>
              <p:nvSpPr>
                <p:cNvPr id="23" name="순서도: 수행의 시작/종료 22">
                  <a:extLst>
                    <a:ext uri="{FF2B5EF4-FFF2-40B4-BE49-F238E27FC236}">
                      <a16:creationId xmlns:a16="http://schemas.microsoft.com/office/drawing/2014/main" id="{062B1639-BA55-2EA5-EA39-BC8C7C2BCAA1}"/>
                    </a:ext>
                  </a:extLst>
                </p:cNvPr>
                <p:cNvSpPr/>
                <p:nvPr/>
              </p:nvSpPr>
              <p:spPr>
                <a:xfrm>
                  <a:off x="7162092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종료</a:t>
                  </a:r>
                </a:p>
              </p:txBody>
            </p:sp>
          </p:grpSp>
          <p:sp>
            <p:nvSpPr>
              <p:cNvPr id="27" name="말풍선: 사각형 26">
                <a:extLst>
                  <a:ext uri="{FF2B5EF4-FFF2-40B4-BE49-F238E27FC236}">
                    <a16:creationId xmlns:a16="http://schemas.microsoft.com/office/drawing/2014/main" id="{68FA12B8-E09C-A432-72C4-22F9AD364CF6}"/>
                  </a:ext>
                </a:extLst>
              </p:cNvPr>
              <p:cNvSpPr/>
              <p:nvPr/>
            </p:nvSpPr>
            <p:spPr>
              <a:xfrm>
                <a:off x="3445586" y="1355694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말풍선: 사각형 28">
                <a:extLst>
                  <a:ext uri="{FF2B5EF4-FFF2-40B4-BE49-F238E27FC236}">
                    <a16:creationId xmlns:a16="http://schemas.microsoft.com/office/drawing/2014/main" id="{1CCA06BD-AD35-DBF8-8C45-C917A5BBF155}"/>
                  </a:ext>
                </a:extLst>
              </p:cNvPr>
              <p:cNvSpPr/>
              <p:nvPr/>
            </p:nvSpPr>
            <p:spPr>
              <a:xfrm>
                <a:off x="3445586" y="1474961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말풍선: 사각형 30">
                <a:extLst>
                  <a:ext uri="{FF2B5EF4-FFF2-40B4-BE49-F238E27FC236}">
                    <a16:creationId xmlns:a16="http://schemas.microsoft.com/office/drawing/2014/main" id="{5FBA34B4-F4CC-98BE-0FB2-9CAB4A266D0F}"/>
                  </a:ext>
                </a:extLst>
              </p:cNvPr>
              <p:cNvSpPr/>
              <p:nvPr/>
            </p:nvSpPr>
            <p:spPr>
              <a:xfrm>
                <a:off x="3525792" y="1574059"/>
                <a:ext cx="2442526" cy="321360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200" dirty="0"/>
                  <a:t>조운이 </a:t>
                </a:r>
                <a:r>
                  <a:rPr lang="en-US" altLang="ko-KR" sz="1200" dirty="0"/>
                  <a:t>‘</a:t>
                </a:r>
                <a:r>
                  <a:rPr lang="ko-KR" altLang="en-US" sz="1200" dirty="0"/>
                  <a:t>고유기술</a:t>
                </a:r>
                <a:r>
                  <a:rPr lang="en-US" altLang="ko-KR" sz="1200" dirty="0"/>
                  <a:t>’ </a:t>
                </a:r>
                <a:r>
                  <a:rPr lang="ko-KR" altLang="en-US" sz="1200" dirty="0"/>
                  <a:t>을 발동했다</a:t>
                </a:r>
                <a:r>
                  <a:rPr lang="en-US" altLang="ko-KR" sz="1200" dirty="0"/>
                  <a:t>!</a:t>
                </a:r>
                <a:endParaRPr lang="ko-KR" altLang="en-US" sz="1200" dirty="0"/>
              </a:p>
            </p:txBody>
          </p:sp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52D0CAB5-051B-6412-2950-E931DA260428}"/>
                  </a:ext>
                </a:extLst>
              </p:cNvPr>
              <p:cNvSpPr/>
              <p:nvPr/>
            </p:nvSpPr>
            <p:spPr>
              <a:xfrm>
                <a:off x="4257181" y="5598444"/>
                <a:ext cx="1839230" cy="281449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dirty="0"/>
                  <a:t>내가 걸린 버프</a:t>
                </a:r>
                <a:r>
                  <a:rPr lang="en-US" altLang="ko-KR" sz="1100" dirty="0"/>
                  <a:t>, </a:t>
                </a:r>
                <a:r>
                  <a:rPr lang="ko-KR" altLang="en-US" sz="1100" dirty="0" err="1"/>
                  <a:t>디버프들</a:t>
                </a:r>
                <a:endParaRPr lang="ko-KR" altLang="en-US" sz="1100" dirty="0"/>
              </a:p>
            </p:txBody>
          </p:sp>
        </p:grp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49AA4A6-49AB-4A7F-6F18-3AADF20AC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3372" y="2236946"/>
              <a:ext cx="1473276" cy="1625684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E14074E-AFC0-79BC-9BE2-A698F6E8F169}"/>
                </a:ext>
              </a:extLst>
            </p:cNvPr>
            <p:cNvSpPr/>
            <p:nvPr/>
          </p:nvSpPr>
          <p:spPr>
            <a:xfrm>
              <a:off x="6548396" y="2786742"/>
              <a:ext cx="222519" cy="304524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9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1691</TotalTime>
  <Words>2182</Words>
  <Application>Microsoft Office PowerPoint</Application>
  <PresentationFormat>와이드스크린</PresentationFormat>
  <Paragraphs>385</Paragraphs>
  <Slides>25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260804-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58</cp:revision>
  <dcterms:created xsi:type="dcterms:W3CDTF">2026-07-23T01:01:59Z</dcterms:created>
  <dcterms:modified xsi:type="dcterms:W3CDTF">2026-08-04T02:53:36Z</dcterms:modified>
</cp:coreProperties>
</file>